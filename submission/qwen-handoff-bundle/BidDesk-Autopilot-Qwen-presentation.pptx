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48f8405a8f4daa" /><Relationship Type="http://schemas.openxmlformats.org/officeDocument/2006/relationships/extended-properties" Target="/docProps/app.xml" Id="R3304276bd11c445e" /><Relationship Type="http://schemas.openxmlformats.org/officeDocument/2006/relationships/officeDocument" Target="/ppt/presentation.xml" Id="R08a5ee5ad0c343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717e9b282489d"/>
  </p:sldMasterIdLst>
  <p:notesMasterIdLst>
    <p:notesMasterId xmlns:r="http://schemas.openxmlformats.org/officeDocument/2006/relationships" r:id="R3a8f6dc0cd4c44f1"/>
  </p:notesMasterIdLst>
  <p:sldIdLst>
    <p:sldId xmlns:r="http://schemas.openxmlformats.org/officeDocument/2006/relationships" id="256" r:id="Reaa9aab12d884f37"/>
    <p:sldId xmlns:r="http://schemas.openxmlformats.org/officeDocument/2006/relationships" id="257" r:id="Rfa4a0a1586a34a41"/>
    <p:sldId xmlns:r="http://schemas.openxmlformats.org/officeDocument/2006/relationships" id="258" r:id="Rbefb1a87dfb249ff"/>
    <p:sldId xmlns:r="http://schemas.openxmlformats.org/officeDocument/2006/relationships" id="259" r:id="R422d174a07c0468f"/>
    <p:sldId xmlns:r="http://schemas.openxmlformats.org/officeDocument/2006/relationships" id="260" r:id="R9d1c9e5eaf6f4f1c"/>
    <p:sldId xmlns:r="http://schemas.openxmlformats.org/officeDocument/2006/relationships" id="261" r:id="Re253b55d0b9843d6"/>
    <p:sldId xmlns:r="http://schemas.openxmlformats.org/officeDocument/2006/relationships" id="262" r:id="Ra2be96be94ea4f68"/>
    <p:sldId xmlns:r="http://schemas.openxmlformats.org/officeDocument/2006/relationships" id="263" r:id="R0a6f6c0f3b7f4e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8a8898df8b4369" /><Relationship Type="http://schemas.openxmlformats.org/officeDocument/2006/relationships/slideMaster" Target="/ppt/slideMasters/slideMaster1.xml" Id="Rc58717e9b282489d" /><Relationship Type="http://schemas.openxmlformats.org/officeDocument/2006/relationships/notesMaster" Target="/ppt/notesMasters/notesMaster1.xml" Id="R3a8f6dc0cd4c44f1" /><Relationship Type="http://schemas.openxmlformats.org/officeDocument/2006/relationships/presProps" Target="/ppt/presProps.xml" Id="Rcac074fac19d4c9c" /><Relationship Type="http://schemas.openxmlformats.org/officeDocument/2006/relationships/tableStyles" Target="/ppt/tableStyles.xml" Id="R78cd27352b4a472e" /><Relationship Type="http://schemas.openxmlformats.org/officeDocument/2006/relationships/slide" Target="/ppt/slides/slide1.xml" Id="Reaa9aab12d884f37" /><Relationship Type="http://schemas.openxmlformats.org/officeDocument/2006/relationships/slide" Target="/ppt/slides/slide2.xml" Id="Rfa4a0a1586a34a41" /><Relationship Type="http://schemas.openxmlformats.org/officeDocument/2006/relationships/slide" Target="/ppt/slides/slide3.xml" Id="Rbefb1a87dfb249ff" /><Relationship Type="http://schemas.openxmlformats.org/officeDocument/2006/relationships/slide" Target="/ppt/slides/slide4.xml" Id="R422d174a07c0468f" /><Relationship Type="http://schemas.openxmlformats.org/officeDocument/2006/relationships/slide" Target="/ppt/slides/slide5.xml" Id="R9d1c9e5eaf6f4f1c" /><Relationship Type="http://schemas.openxmlformats.org/officeDocument/2006/relationships/slide" Target="/ppt/slides/slide6.xml" Id="Re253b55d0b9843d6" /><Relationship Type="http://schemas.openxmlformats.org/officeDocument/2006/relationships/slide" Target="/ppt/slides/slide7.xml" Id="Ra2be96be94ea4f68" /><Relationship Type="http://schemas.openxmlformats.org/officeDocument/2006/relationships/slide" Target="/ppt/slides/slide8.xml" Id="R0a6f6c0f3b7f4e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79576b2b1942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b742c3c64040e2" /><Relationship Type="http://schemas.openxmlformats.org/officeDocument/2006/relationships/notesMaster" Target="/ppt/notesMasters/notesMaster1.xml" Id="R6a88c83471d947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341990045849ff" /><Relationship Type="http://schemas.openxmlformats.org/officeDocument/2006/relationships/notesMaster" Target="/ppt/notesMasters/notesMaster1.xml" Id="Rc4871d2c7eb743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b6713c89c04304" /><Relationship Type="http://schemas.openxmlformats.org/officeDocument/2006/relationships/notesMaster" Target="/ppt/notesMasters/notesMaster1.xml" Id="Rcc53df86d4df48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afe3100e034a90" /><Relationship Type="http://schemas.openxmlformats.org/officeDocument/2006/relationships/notesMaster" Target="/ppt/notesMasters/notesMaster1.xml" Id="Rb97731f7ff5b4d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03a4df904f4844" /><Relationship Type="http://schemas.openxmlformats.org/officeDocument/2006/relationships/notesMaster" Target="/ppt/notesMasters/notesMaster1.xml" Id="R0872f32d66ca41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f45e5090774163" /><Relationship Type="http://schemas.openxmlformats.org/officeDocument/2006/relationships/notesMaster" Target="/ppt/notesMasters/notesMaster1.xml" Id="Re382e2b8fadb4f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84fcaf24af4bc3" /><Relationship Type="http://schemas.openxmlformats.org/officeDocument/2006/relationships/notesMaster" Target="/ppt/notesMasters/notesMaster1.xml" Id="Rf6b2e8a5feff48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a8a93e02624da2" /><Relationship Type="http://schemas.openxmlformats.org/officeDocument/2006/relationships/notesMaster" Target="/ppt/notesMasters/notesMaster1.xml" Id="Rbaa390c02aae4e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a8cde36044f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e6ca8e757b40dd" /><Relationship Type="http://schemas.openxmlformats.org/officeDocument/2006/relationships/slideLayout" Target="/ppt/slideLayouts/slideLayout1.xml" Id="R89bc20c6922849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bc20c6922849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6e2ecc7c1409f" /><Relationship Type="http://schemas.openxmlformats.org/officeDocument/2006/relationships/notesSlide" Target="/ppt/notesSlides/notesSlide1.xml" Id="Rf00b55e7f8644b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2662fe8e945e9" /><Relationship Type="http://schemas.openxmlformats.org/officeDocument/2006/relationships/notesSlide" Target="/ppt/notesSlides/notesSlide2.xml" Id="Ra09851bf8f0f48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32e1790344c68" /><Relationship Type="http://schemas.openxmlformats.org/officeDocument/2006/relationships/notesSlide" Target="/ppt/notesSlides/notesSlide3.xml" Id="R8d21483d25ed4e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b5f938a424968" /><Relationship Type="http://schemas.openxmlformats.org/officeDocument/2006/relationships/notesSlide" Target="/ppt/notesSlides/notesSlide4.xml" Id="Re3116360ccfe45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9a413cc944e74" /><Relationship Type="http://schemas.openxmlformats.org/officeDocument/2006/relationships/notesSlide" Target="/ppt/notesSlides/notesSlide5.xml" Id="R2b1e000b355a45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99f4ab2e24271" /><Relationship Type="http://schemas.openxmlformats.org/officeDocument/2006/relationships/notesSlide" Target="/ppt/notesSlides/notesSlide6.xml" Id="Rd2fd0e70d1a14d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7a698947e4506" /><Relationship Type="http://schemas.openxmlformats.org/officeDocument/2006/relationships/notesSlide" Target="/ppt/notesSlides/notesSlide7.xml" Id="R49820a02fd094e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d8bfd03d54014" /><Relationship Type="http://schemas.openxmlformats.org/officeDocument/2006/relationships/notesSlide" Target="/ppt/notesSlides/notesSlide8.xml" Id="Rba14af0bc14d41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0B05EA-341C-4E68-9921-5B4570C3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Qwen Cloud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60A80-99DE-4D07-9E5A-329EC1B2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0A0A"/>
                </a:solidFill>
              </a:defRPr>
            </a:pPr>
            <a:r>
              <a:rPr sz="4350" b="1">
                <a:solidFill>
                  <a:srgbClr val="0A0A0A"/>
                </a:solidFill>
              </a:rPr>
              <a:t>BidDesk Autopilot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9269C-4DC6-483F-B1A1-3B539534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B5563"/>
                </a:solidFill>
              </a:defRPr>
            </a:pPr>
            <a:r>
              <a:rPr sz="2100">
                <a:solidFill>
                  <a:srgbClr val="4B5563"/>
                </a:solidFill>
              </a:rPr>
              <a:t>Qwen-powered proposal operations with human approval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9025A-B861-49A2-8540-A9CF9795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43000"/>
            <a:ext cx="31432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B9547-0B37-4BD8-9ADA-07426EC9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66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</a:defRPr>
            </a:pPr>
            <a:r>
              <a:rPr sz="1875" b="1">
                <a:solidFill>
                  <a:srgbClr val="0A0A0A"/>
                </a:solidFill>
              </a:rPr>
              <a:t>Submission proof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605D8-A967-43FC-85D2-78727757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5717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B5563"/>
                </a:solidFill>
              </a:defRPr>
            </a:pPr>
            <a:r>
              <a:rPr sz="1425">
                <a:solidFill>
                  <a:srgbClr val="4B5563"/>
                </a:solidFill>
              </a:rPr>
              <a:t>- Public MIT repository</a:t>
            </a:r>
          </a:p>
          <a:p xmlns:a="http://schemas.openxmlformats.org/drawingml/2006/main">
            <a:pPr>
              <a:defRPr sz="1425">
                <a:solidFill>
                  <a:srgbClr val="4B5563"/>
                </a:solidFill>
              </a:defRPr>
            </a:pPr>
            <a:r>
              <a:rPr sz="1425">
                <a:solidFill>
                  <a:srgbClr val="4B5563"/>
                </a:solidFill>
              </a:rPr>
              <a:t>- GitHub Pages working demo</a:t>
            </a:r>
          </a:p>
          <a:p xmlns:a="http://schemas.openxmlformats.org/drawingml/2006/main">
            <a:pPr>
              <a:defRPr sz="1425">
                <a:solidFill>
                  <a:srgbClr val="4B5563"/>
                </a:solidFill>
              </a:defRPr>
            </a:pPr>
            <a:r>
              <a:rPr sz="1425">
                <a:solidFill>
                  <a:srgbClr val="4B5563"/>
                </a:solidFill>
              </a:rPr>
              <a:t>- Redacted live Qwen proof</a:t>
            </a:r>
          </a:p>
          <a:p xmlns:a="http://schemas.openxmlformats.org/drawingml/2006/main">
            <a:pPr>
              <a:defRPr sz="1425">
                <a:solidFill>
                  <a:srgbClr val="4B5563"/>
                </a:solidFill>
              </a:defRPr>
            </a:pPr>
            <a:r>
              <a:rPr sz="1425">
                <a:solidFill>
                  <a:srgbClr val="4B5563"/>
                </a:solidFill>
              </a:rPr>
              <a:t>- Alibaba Function Compute code file</a:t>
            </a:r>
          </a:p>
          <a:p xmlns:a="http://schemas.openxmlformats.org/drawingml/2006/main">
            <a:pPr>
              <a:defRPr sz="1425">
                <a:solidFill>
                  <a:srgbClr val="4B5563"/>
                </a:solidFill>
              </a:defRPr>
            </a:pPr>
            <a:r>
              <a:rPr sz="1425">
                <a:solidFill>
                  <a:srgbClr val="4B5563"/>
                </a:solidFill>
              </a:rPr>
              <a:t>- Public deck asset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D6C11-FAEF-4A64-963E-E4E593B7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Track 4 Autopilot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D28A8-5C75-494C-8590-ADB730E8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Secondary evidence: Track 3 Agent Society through five coordinated agents.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B0509-71FF-4D10-B13C-BFC4C824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BidDesk Autopilot / Qwen Cloud submission deck / 1</a:t>
            </a:r>
          </a:p>
        </p:txBody>
      </p:sp>
    </p:spTree>
    <p:extLst>
      <p:ext uri="{BB962C8B-B14F-4D97-AF65-F5344CB8AC3E}">
        <p14:creationId xmlns:p14="http://schemas.microsoft.com/office/powerpoint/2010/main" val="961361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DD76EF-9CE2-445F-B9BB-50366F5A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Proposal teams need speed without losing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A562F-D32B-4D80-9008-6F2DF052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66363-5242-4696-9E83-76212489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BidDesk Autopilot / Qwen Cloud submission deck /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7CFA3-BFCD-495A-92FD-A098FB3F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B5563"/>
                </a:solidFill>
              </a:defRPr>
            </a:pPr>
            <a:r>
              <a:rPr sz="1875">
                <a:solidFill>
                  <a:srgbClr val="4B5563"/>
                </a:solidFill>
              </a:rPr>
              <a:t>Revenue teams lose accuracy when proposal work is split across inboxes, RFP attachments, pricing rules, legal policy, and approval threads.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1424A-FB19-4D14-9086-4B2194AE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257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50C98-EBA2-4925-84C8-96B21680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Unstructured 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465D9-36FA-447F-B98B-E86879C2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Requirements hide in email threads and attachments.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39C9D-9155-4BCF-B123-DAC2489F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3257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490D5-068E-48DE-B8BB-DC85461F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Policy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B2F6F-2A71-41A9-AEFF-3DBD5F0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Pricing, delivery, legal, and compliance constraints are easy to miss.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287CE-92F2-48E7-8074-B8A90EAE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32575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9A9A8-5DA5-4506-BB86-D7C4919E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99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Weak audit trail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B35FD-880D-4069-9E13-8F92116B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Drafts move faster than the evidence needed for approval.</a:t>
            </a:r>
          </a:p>
        </p:txBody>
      </p:sp>
    </p:spTree>
    <p:extLst>
      <p:ext uri="{BB962C8B-B14F-4D97-AF65-F5344CB8AC3E}">
        <p14:creationId xmlns:p14="http://schemas.microsoft.com/office/powerpoint/2010/main" val="371975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84A866-80C4-4BE4-BADF-35408605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Five agents convert messy requests into approval-ready packets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66488-434C-4474-90DD-98D33164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A1DC4-9AEA-4F32-8DC6-BEC25ACC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BidDesk Autopilot / Qwen Cloud submission deck /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BC88C-1E0F-4D13-936C-D2F0B12C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18288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133F7-6B55-41FB-937C-441831BA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46B13-9CFE-41A4-A4F5-B248B4B7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</a:defRPr>
            </a:pPr>
            <a:r>
              <a:rPr sz="1875" b="1">
                <a:solidFill>
                  <a:srgbClr val="0A0A0A"/>
                </a:solidFill>
              </a:rPr>
              <a:t>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6A4FE-99A6-415B-96C1-9B955C3B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Extracts requirements and missing 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92F40-26E8-4D5B-A90F-41E11874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9A9C0-5A8F-445D-965C-F3F4E1FA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18288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1E963-074F-401E-8D72-FB4A87D2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19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7E4FA-B898-4BC6-B503-40367B38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76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</a:defRPr>
            </a:pPr>
            <a:r>
              <a:rPr sz="1875" b="1">
                <a:solidFill>
                  <a:srgbClr val="0A0A0A"/>
                </a:solidFill>
              </a:rPr>
              <a:t>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FDBCC-F0EF-403E-BBAE-6B285746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Captures account and technical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AF9DC-0D4A-45A1-8DA4-0CD4894A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21854-5AAE-4C22-B4DB-F4504900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288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0A74A-4EA6-44D5-9070-B83B25EC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19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3896B-F777-45F6-B3EC-78497ECC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76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</a:defRPr>
            </a:pPr>
            <a:r>
              <a:rPr sz="1875" b="1">
                <a:solidFill>
                  <a:srgbClr val="0A0A0A"/>
                </a:solidFill>
              </a:rPr>
              <a:t>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5100A-14D0-40E7-B22F-E6D7C6B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Checks pricing, legal, delivery, and 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7BB2C-7871-4455-AD9F-193CD110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97AF9-4EB8-4125-BEC6-8DA1A597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9800"/>
            <a:ext cx="18288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87528-B112-4C54-A1E5-0B1C5C58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E0C32-9683-4947-B17A-F3BC8617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</a:defRPr>
            </a:pPr>
            <a:r>
              <a:rPr sz="1875" b="1">
                <a:solidFill>
                  <a:srgbClr val="0A0A0A"/>
                </a:solidFill>
              </a:rPr>
              <a:t>Quote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C45C9-38AD-475E-860D-CF906BA8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5280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Drafts line items and proposal language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92A46-0A4A-4E34-AFD9-9F2CBCBB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EF5DB-E026-414E-97CC-2AA7B60B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09800"/>
            <a:ext cx="18288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B4863-E6C9-469F-9D70-D89DE966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193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445A6-BD5B-4763-B6AB-3978DAD1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76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</a:defRPr>
            </a:pPr>
            <a:r>
              <a:rPr sz="1875" b="1">
                <a:solidFill>
                  <a:srgbClr val="0A0A0A"/>
                </a:solidFill>
              </a:rPr>
              <a:t>Approval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6C8F0-3416-47C6-B0A0-E7A41005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5280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Blocks risky commitments for human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E1F3F3-84AF-46E2-967D-CA85D2EB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The local deterministic path gives judges a reproducible baseline; credentialed Qwen calls are added only when proof is present.</a:t>
            </a:r>
          </a:p>
        </p:txBody>
      </p:sp>
    </p:spTree>
    <p:extLst>
      <p:ext uri="{BB962C8B-B14F-4D97-AF65-F5344CB8AC3E}">
        <p14:creationId xmlns:p14="http://schemas.microsoft.com/office/powerpoint/2010/main" val="1420095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6FD6D7-5606-4E2F-AEAF-C3F9F74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Architecture separates live AI proof from unverified claims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D5F29-41B0-452F-AAF9-A9F4FCB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1E63E-4868-41E9-BC35-3B97AD08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BidDesk Autopilot / Qwen Cloud submission deck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53F6C-3797-4D2B-A8BF-6D496176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4DA62-23EC-4B6E-8E3E-D5082621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Sample RFP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56BF8-9609-46CF-A484-CB7EEA4A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241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6AF16-1328-494C-9BAB-AA541839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669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2C8D3-A5BC-4D47-8933-EF526569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33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BidDesk 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8EB74-760D-4AE3-87A4-C5F112D6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8F1F6-B8B2-43BA-86FB-0D9FAE20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82DAD-0EFC-466E-8CAB-4E9032E8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Agent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20981-08CF-4C51-B91C-28F54939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6E7BA-5B54-44D5-B37A-E6AE8660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669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0079F-CA7F-4DB8-B202-67E911CA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Proposal packet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24282-CA51-40DC-AC62-579428A4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45F92-ED37-4541-B6AD-3703F58B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66950"/>
            <a:ext cx="1676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DA8B9-F2E1-41E4-A628-389F3C1F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33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Human approval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B050C-3D26-4040-8BB8-D2D77308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228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B3"/>
          </a:solidFill>
          <a:ln xmlns:a="http://schemas.openxmlformats.org/drawingml/2006/main" w="9525">
            <a:solidFill>
              <a:srgbClr val="E7C8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872D8-2C03-4904-94E6-2DE80BED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00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Qwen Cloud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C47C1-A65A-46D9-82E2-D17AA405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006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563"/>
                </a:solidFill>
              </a:defRPr>
            </a:pPr>
            <a:r>
              <a:rPr sz="1050">
                <a:solidFill>
                  <a:srgbClr val="4B5563"/>
                </a:solidFill>
              </a:rPr>
              <a:t>Claim only after redacted live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C9505-AA89-4808-AF8A-6B739F80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2647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B3"/>
          </a:solidFill>
          <a:ln xmlns:a="http://schemas.openxmlformats.org/drawingml/2006/main" w="9525">
            <a:solidFill>
              <a:srgbClr val="E7C8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53CD2-5F1F-4722-8B1C-CF6C4130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00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Alibaba Cloud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C936E-0389-47B0-AB18-4F69A2AA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00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563"/>
                </a:solidFill>
              </a:defRPr>
            </a:pPr>
            <a:r>
              <a:rPr sz="975">
                <a:solidFill>
                  <a:srgbClr val="4B5563"/>
                </a:solidFill>
              </a:rPr>
              <a:t>Code-file candidate exists; live deployment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407239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AF719A-3143-480B-8677-9F5BE9DC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The demo is already judge-readable with synthetic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52776-E58A-418A-BD44-EB32A106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D07B9-CB27-4455-B45A-1DD542C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BidDesk Autopilot / Qwen Cloud submission deck /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772ED-2B78-4B80-A443-73A767C4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5563"/>
                </a:solidFill>
              </a:defRPr>
            </a:pPr>
            <a:r>
              <a:rPr sz="1800">
                <a:solidFill>
                  <a:srgbClr val="4B5563"/>
                </a:solidFill>
              </a:rPr>
              <a:t>The public Pages demo and local test build show the same governed workflow without secrets, billing data, or customer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2CF23-3D24-4069-A6B0-42B4E03E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48101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1F411-A190-47FC-A10E-F924ABAD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4324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uv run biddesk-autopilot reports/sample-request.json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--out reports/sample-proposal-packet.md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--json reports/sample-proposal-packet.json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9EEC2-E1A0-4B3B-B205-8B39869C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4381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9DF7C-CBC9-46AB-9103-72AAF35C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</a:defRPr>
            </a:pPr>
            <a:r>
              <a:rPr sz="1875" b="1">
                <a:solidFill>
                  <a:srgbClr val="0A0A0A"/>
                </a:solidFill>
              </a:rPr>
              <a:t>Public working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5BD86-83B6-466C-9ADC-30428102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https://memekr.github.io/biddesk-autopilot/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Includes workflow preview, sample packet links, and the official video-host boundary.</a:t>
            </a:r>
          </a:p>
        </p:txBody>
      </p:sp>
    </p:spTree>
    <p:extLst>
      <p:ext uri="{BB962C8B-B14F-4D97-AF65-F5344CB8AC3E}">
        <p14:creationId xmlns:p14="http://schemas.microsoft.com/office/powerpoint/2010/main" val="1477751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F3E84E-816E-46C7-ABC3-F6661E2C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Governance is a product feature, not a disclaimer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EC2EF-5974-4844-8C63-B30A0B61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04D35-670D-4F00-B1A7-58F5F6B3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BidDesk Autopilot / Qwen Cloud submission deck /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3CBF-ED45-401C-BFA3-4C9041E4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B2A89-C5B9-4A6B-ABE0-80079F33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D0FF3-AEEA-43B7-8C43-D192327E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specialized agents with explicit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5847F-A6D6-4220-BA7E-B769AA01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907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E4B15-2A2E-4CB9-8B0D-B4ACA653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193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1B3F8-261D-4091-B377-D1AD7654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14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automatic customer commitments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8A93B-7DDE-4888-91A1-15022329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7B1D6-91B6-4D52-9942-1753F48E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4F23B-ECF3-4EC5-8ABF-D5C9E035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563"/>
                </a:solidFill>
              </a:defRPr>
            </a:pPr>
            <a:r>
              <a:rPr sz="1275">
                <a:solidFill>
                  <a:srgbClr val="4B5563"/>
                </a:solidFill>
              </a:rPr>
              <a:t>risk areas gated: pricing, legal, delivery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732C4-6406-414E-ACA9-82653A5E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B5563"/>
                </a:solidFill>
              </a:defRPr>
            </a:pPr>
            <a:r>
              <a:rPr sz="1875">
                <a:solidFill>
                  <a:srgbClr val="4B5563"/>
                </a:solidFill>
              </a:rPr>
              <a:t>BidDesk Autopilot can draft the work, but the approval agent stops before commitments that affect price, contract terms, delivery dates, or customer messaging.</a:t>
            </a:r>
          </a:p>
        </p:txBody>
      </p:sp>
    </p:spTree>
    <p:extLst>
      <p:ext uri="{BB962C8B-B14F-4D97-AF65-F5344CB8AC3E}">
        <p14:creationId xmlns:p14="http://schemas.microsoft.com/office/powerpoint/2010/main" val="1360252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B6E2D9-280F-4DEB-B41E-82BC5E1E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The scoring story is direct: build depth plus business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7A498-ABF6-4144-8482-A1A93EC8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72A45-C6B7-4E86-AEC6-FC662617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BidDesk Autopilot / Qwen Cloud submission deck /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9C953-5D1E-4D90-A653-ABEEC969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0477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8891D-B7CD-47F9-88A2-C34BBCBA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Technical Depth &amp;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7E9CA-C70D-4318-A706-A1526A6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30%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CC886-37E8-4481-885D-61AAD964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Typed CLI, tests, Qwen adapter, FC handler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6F543-DA03-4613-BDC7-082CC62C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52FA4-47A0-45FE-9C0D-91EC51AB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Innovation &amp; AI Creativity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2F5B3-3499-46AD-BE4D-E4305789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6DD63-74BD-4163-856A-96104A27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Five-agent workflow with governed autonomy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959B2-AA9A-4D6A-8AE6-01C50F07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397CA-A309-4A9D-A0DE-F77739E7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Problem Value &amp; 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2C1F6-3479-4902-AF90-CB22DF3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25%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C843C-2115-4FE7-B8BB-6B995DA6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Real proposal-ops pain: faster drafts, fewer missed constraints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75BD9-57D9-462A-816E-3A83FD80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solidFill>
              <a:srgbClr val="D7DC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0EB28-26BB-44DA-B0E0-68ED8BA1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Presentation &amp; Documentation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FF05B-2A03-4EA8-9B3A-1989FB59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672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77210-50CE-45DB-A9B1-FE0089C2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  <a:r>
              <a:rPr sz="1350">
                <a:solidFill>
                  <a:srgbClr val="4B5563"/>
                </a:solidFill>
              </a:rPr>
              <a:t>README, architecture, demo, deck, evidence ledger</a:t>
            </a:r>
          </a:p>
        </p:txBody>
      </p:sp>
    </p:spTree>
    <p:extLst>
      <p:ext uri="{BB962C8B-B14F-4D97-AF65-F5344CB8AC3E}">
        <p14:creationId xmlns:p14="http://schemas.microsoft.com/office/powerpoint/2010/main" val="44260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D0F99B-57AE-44E8-95DC-9F6071BF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A0A0A"/>
                </a:solidFill>
              </a:defRPr>
            </a:pPr>
            <a:r>
              <a:rPr sz="3000" b="1">
                <a:solidFill>
                  <a:srgbClr val="0A0A0A"/>
                </a:solidFill>
              </a:rPr>
              <a:t>Submission assets are strong; two external blockers remain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8CEDB-D21E-4C9B-BCE4-DC5DACDC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1DA60-7D93-4101-868F-B59E13AF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280"/>
                </a:solidFill>
              </a:defRPr>
            </a:pPr>
            <a:r>
              <a:rPr sz="975">
                <a:solidFill>
                  <a:srgbClr val="6B7280"/>
                </a:solidFill>
              </a:rPr>
              <a:t>BidDesk Autopilot / Qwen Cloud submission deck /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EAB20-3BFA-4F82-83DA-85269565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</a:defRPr>
            </a:pPr>
            <a:r>
              <a:rPr sz="1725">
                <a:solidFill>
                  <a:srgbClr val="4B5563"/>
                </a:solidFill>
              </a:rPr>
              <a:t>- Ready: public repository, GitHub Pages demo, local and public MP4 preview, architecture diagram, live Qwen evidence, and this public deck.</a:t>
            </a:r>
          </a:p>
          <a:p xmlns:a="http://schemas.openxmlformats.org/drawingml/2006/main">
            <a:pPr>
              <a:defRPr sz="1725">
                <a:solidFill>
                  <a:srgbClr val="4B5563"/>
                </a:solidFill>
              </a:defRPr>
            </a:pPr>
            <a:r>
              <a:rPr sz="1725">
                <a:solidFill>
                  <a:srgbClr val="4B5563"/>
                </a:solidFill>
              </a:rPr>
              <a:t>- Ready with qualifier: Alibaba Function Compute-compatible code-file candidate.</a:t>
            </a:r>
          </a:p>
          <a:p xmlns:a="http://schemas.openxmlformats.org/drawingml/2006/main">
            <a:pPr>
              <a:defRPr sz="1725">
                <a:solidFill>
                  <a:srgbClr val="4B5563"/>
                </a:solidFill>
              </a:defRPr>
            </a:pPr>
            <a:r>
              <a:rPr sz="1725">
                <a:solidFill>
                  <a:srgbClr val="4B5563"/>
                </a:solidFill>
              </a:rPr>
              <a:t>- Blocked: Official video-host URL and live Alibaba Cloud deployment evidence.</a:t>
            </a:r>
          </a:p>
          <a:p xmlns:a="http://schemas.openxmlformats.org/drawingml/2006/main">
            <a:pPr>
              <a:defRPr sz="1725">
                <a:solidFill>
                  <a:srgbClr val="4B5563"/>
                </a:solidFill>
              </a:defRPr>
            </a:pPr>
            <a:r>
              <a:rPr sz="1725">
                <a:solidFill>
                  <a:srgbClr val="4B5563"/>
                </a:solidFill>
              </a:rPr>
              <a:t>- Blocked: Devpost image CAPTCHA/project creation and final submit.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A56AB-D079-4D7E-A440-23B10AED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981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8A233-6783-4B54-A4D3-3180FD8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901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Final paste rule: claim only what a public URL or redacted evidence file proves.</a:t>
            </a:r>
          </a:p>
        </p:txBody>
      </p:sp>
    </p:spTree>
    <p:extLst>
      <p:ext uri="{BB962C8B-B14F-4D97-AF65-F5344CB8AC3E}">
        <p14:creationId xmlns:p14="http://schemas.microsoft.com/office/powerpoint/2010/main" val="1720702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2026-07-13T17:55:35.3850000Z</dcterms:created>
  <dcterms:modified xsi:type="dcterms:W3CDTF">2026-07-13T17:55:35.3850000Z</dcterms:modified>
</coreProperties>
</file>